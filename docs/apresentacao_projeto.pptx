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Automação Híbrida em Aviários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Otimização do ITGU e Qualidade Gasosa para Eficiência Produtiva</a:t>
            </a:r>
          </a:p>
          <a:p>
            <a:r>
              <a:t>Curso de Pós-Graduação em Agrocomputação - UFMT</a:t>
            </a:r>
          </a:p>
          <a:p>
            <a:r>
              <a:t>Equipe: Andreia Souza, Cristiano Cruz, Elienai Cardoso, Kenedy Cruz e Wagner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e Objetivos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Problema Central: Como desenvolver um sistema de automação híbrida em Python que otimize o ITGU, integrando controle adaptativo de velocidade do ar (VA) e detecção de qualidade gasosa em tempo real?</a:t>
            </a:r>
          </a:p>
          <a:p>
            <a:r>
              <a:t>• Monitorar continuamente Temperatura, Umidade, NH3 e CO2 a 50 cm do piso.</a:t>
            </a:r>
          </a:p>
          <a:p>
            <a:r>
              <a:t>• Reduzir custos energéticos em até 40% via controle adaptativo.</a:t>
            </a:r>
          </a:p>
          <a:p>
            <a:r>
              <a:t>• Mitigar o estresse térmico e elevar o bem-estar animal.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do Sistema IoT (Fog Computing)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Gateway Central (Raspberry Pi): Execução da lógica central em Python, cálculo de ITGU em tempo real e controle PID/Fuzzy.</a:t>
            </a:r>
          </a:p>
          <a:p>
            <a:r>
              <a:t>• Microcontroladores (ESP32): Interface Wi-Fi/MQTT com sensores DHT22 e MQ-135 e módulos de relés.</a:t>
            </a:r>
          </a:p>
          <a:p>
            <a:r>
              <a:t>• Atuadores Físicos: Exaustores modulados, nebulizadores e motores de cortinas/lanternim.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Dimensionamento e Validação Zootécnica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Área de Produção: 12m (L) x 30m (C) = 360 m².</a:t>
            </a:r>
          </a:p>
          <a:p>
            <a:r>
              <a:t>• Densidade Populacional: 10 a 11 aves/m² (Aprox. 4.000 aves).</a:t>
            </a:r>
          </a:p>
          <a:p>
            <a:r>
              <a:t>• Ciclo Produtivo: 65 a 75 dias (Sistema semi-intensivo / corte).</a:t>
            </a:r>
          </a:p>
          <a:p>
            <a:r>
              <a:t>• Métricas Comparativas (GE vs. GC): Ganho de Peso Médio (GPM), Conversão Alimentar (CA), Taxa de Mortalidade (%) e Consumo Energético (kWh).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